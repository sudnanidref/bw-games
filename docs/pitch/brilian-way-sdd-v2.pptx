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Sharing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9144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Spec-driven development  ·  GitHub Copilot  ·  OpenSpec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1460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8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values, </a:t>
            </a:r>
            <a:pPr algn="ctr" indent="0" marL="0">
              <a:lnSpc>
                <a:spcPct val="105000"/>
              </a:lnSpc>
              <a:buNone/>
            </a:pPr>
            <a:r>
              <a:rPr lang="en-US" sz="58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spec</a:t>
            </a:r>
            <a:pPr algn="ctr" indent="0" marL="0">
              <a:lnSpc>
                <a:spcPct val="105000"/>
              </a:lnSpc>
              <a:buNone/>
            </a:pPr>
            <a:r>
              <a:rPr lang="en-US" sz="58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a time.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221328" y="251460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1328" y="2514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 the journey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41568" y="251460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1568" y="2514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specs</a:t>
            </a:r>
            <a:endParaRPr lang="en-US" sz="1300" dirty="0"/>
          </a:p>
        </p:txBody>
      </p:sp>
      <p:pic>
        <p:nvPicPr>
          <p:cNvPr id="11" name="Image 0" descr="/private/tmp/bw-deck/img/confused-ha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194560"/>
            <a:ext cx="896752" cy="960120"/>
          </a:xfrm>
          <a:prstGeom prst="rect">
            <a:avLst/>
          </a:prstGeom>
        </p:spPr>
      </p:pic>
      <p:pic>
        <p:nvPicPr>
          <p:cNvPr id="12" name="Image 1" descr="/private/tmp/bw-deck/img/worried-hap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94560"/>
            <a:ext cx="896752" cy="9601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" y="3794760"/>
            <a:ext cx="338328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private/tmp/bw-deck/fit/customer-focus-1.84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3200400" cy="17373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60520" y="3291840"/>
            <a:ext cx="388620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/private/tmp/bw-deck/fit/home-1.588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383280"/>
            <a:ext cx="3703320" cy="23317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3794760"/>
            <a:ext cx="3383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/private/tmp/bw-deck/fit/collab-msg-1.944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886200"/>
            <a:ext cx="32004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2017715" cy="2743200"/>
          </a:xfrm>
          <a:prstGeom prst="roundRect">
            <a:avLst>
              <a:gd name="adj" fmla="val 1133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7" name="Image 0" descr="/private/tmp/bw-deck/fit/g-home-1.3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1743395" cy="13075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Ideation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886395" y="2286000"/>
            <a:ext cx="2017715" cy="2743200"/>
          </a:xfrm>
          <a:prstGeom prst="roundRect">
            <a:avLst>
              <a:gd name="adj" fmla="val 1133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11" name="Image 1" descr="/private/tmp/bw-deck/fit/doc-proposal-1.3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555" y="2423160"/>
            <a:ext cx="1743395" cy="13075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14995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114995" y="4251960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086990" y="2286000"/>
            <a:ext cx="2017715" cy="2743200"/>
          </a:xfrm>
          <a:prstGeom prst="roundRect">
            <a:avLst>
              <a:gd name="adj" fmla="val 1133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15" name="Image 2" descr="/private/tmp/bw-deck/fit/g-cf-attack-1.333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150" y="2423160"/>
            <a:ext cx="1743395" cy="13075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1559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315590" y="4251960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7287585" y="2286000"/>
            <a:ext cx="2017715" cy="2743200"/>
          </a:xfrm>
          <a:prstGeom prst="roundRect">
            <a:avLst>
              <a:gd name="adj" fmla="val 1133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19" name="Image 3" descr="/private/tmp/bw-deck/fit/g-collab-msg-1.333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45" y="2423160"/>
            <a:ext cx="1743395" cy="130754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16185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516185" y="4251960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2600" dirty="0"/>
          </a:p>
        </p:txBody>
      </p:sp>
      <p:sp>
        <p:nvSpPr>
          <p:cNvPr id="22" name="Shape 16"/>
          <p:cNvSpPr/>
          <p:nvPr/>
        </p:nvSpPr>
        <p:spPr>
          <a:xfrm>
            <a:off x="9488180" y="2286000"/>
            <a:ext cx="2017715" cy="2743200"/>
          </a:xfrm>
          <a:prstGeom prst="roundRect">
            <a:avLst>
              <a:gd name="adj" fmla="val 1133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23" name="Image 4" descr="/private/tmp/bw-deck/fit/g-acc-end-1.333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340" y="2423160"/>
            <a:ext cx="1743395" cy="130754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1678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9716780" y="4251960"/>
            <a:ext cx="1560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Ideation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ideas walked into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repo.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272888" cy="4206240"/>
          </a:xfrm>
          <a:prstGeom prst="roundRect">
            <a:avLst>
              <a:gd name="adj" fmla="val 543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 01 · How we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42032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Spec-driven, with GitHub Copilot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4724248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private/tmp/bw-deck/fit/doc-proposal-1.7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46120"/>
            <a:ext cx="4541368" cy="2651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33008" y="2011680"/>
            <a:ext cx="5272888" cy="4206240"/>
          </a:xfrm>
          <a:prstGeom prst="roundRect">
            <a:avLst>
              <a:gd name="adj" fmla="val 543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224028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 02 · What we build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07328" y="2542032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BRILiaN Way, as mini-games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07328" y="3154680"/>
            <a:ext cx="4724248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/private/tmp/bw-deck/fit/home-1.71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3246120"/>
            <a:ext cx="454136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Ideation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journey,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</a:t>
            </a:r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owners.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017715" cy="3063240"/>
          </a:xfrm>
          <a:prstGeom prst="roundRect">
            <a:avLst>
              <a:gd name="adj" fmla="val 11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private/tmp/bw-deck/fit/g-integrity-1.3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1743395" cy="13075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4048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Integrity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6519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Shooter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s round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6395" y="2103120"/>
            <a:ext cx="2017715" cy="3063240"/>
          </a:xfrm>
          <a:prstGeom prst="roundRect">
            <a:avLst>
              <a:gd name="adj" fmla="val 11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private/tmp/bw-deck/fit/g-collaborative-1.3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555" y="2240280"/>
            <a:ext cx="1743395" cy="13075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9275" y="384048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Collaborative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69275" y="4114800"/>
            <a:ext cx="16519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Builder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069275" y="470916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180 s round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86990" y="2103120"/>
            <a:ext cx="2017715" cy="3063240"/>
          </a:xfrm>
          <a:prstGeom prst="roundRect">
            <a:avLst>
              <a:gd name="adj" fmla="val 11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private/tmp/bw-deck/fit/g-accountability-1.333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150" y="2240280"/>
            <a:ext cx="1743395" cy="130754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69870" y="384048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Accountability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269870" y="4114800"/>
            <a:ext cx="16519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Kasir Sat Set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5269870" y="470916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s round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287585" y="2103120"/>
            <a:ext cx="2017715" cy="3063240"/>
          </a:xfrm>
          <a:prstGeom prst="roundRect">
            <a:avLst>
              <a:gd name="adj" fmla="val 11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/private/tmp/bw-deck/fit/g-growth-mindset-1.333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45" y="2240280"/>
            <a:ext cx="1743395" cy="130754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0465" y="384048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Growth Mindset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70465" y="4114800"/>
            <a:ext cx="16519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 Tumbuh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7470465" y="470916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s round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488180" y="2103120"/>
            <a:ext cx="2017715" cy="3063240"/>
          </a:xfrm>
          <a:prstGeom prst="roundRect">
            <a:avLst>
              <a:gd name="adj" fmla="val 11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/private/tmp/bw-deck/fit/g-customer-focus-1.333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340" y="2240280"/>
            <a:ext cx="1743395" cy="130754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71060" y="384048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Customer Focus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71060" y="4114800"/>
            <a:ext cx="16519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Meja Layanan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9671060" y="4709160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 s round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contract  ·  one score 0–100 per game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spc="-16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first.</a:t>
            </a:r>
            <a:pPr algn="l" indent="0" marL="0">
              <a:lnSpc>
                <a:spcPct val="105000"/>
              </a:lnSpc>
              <a:buNone/>
            </a:pPr>
            <a:endParaRPr lang="en-US" sz="6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400" i="1" spc="-16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second.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766560" y="960120"/>
            <a:ext cx="32918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private/tmp/bw-deck/fit/doc-tree2-1.03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51560"/>
            <a:ext cx="310896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63840" y="2926080"/>
            <a:ext cx="365760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private/tmp/bw-deck/fit/doc-proposal-1.225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017520"/>
            <a:ext cx="34747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0 · the hub change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Boundaries</a:t>
            </a:r>
            <a:pPr algn="l"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first.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 order of five values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folder per game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contract, one score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4937760" cy="233172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src/games/contract.ts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onComplete({ valueId, score })   // 0–100, once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onCancel()                       // no points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onError(error)                   // no points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143000"/>
            <a:ext cx="5532120" cy="35661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0" descr="/private/tmp/bw-deck/fit/briefing-1.58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234440"/>
            <a:ext cx="5349240" cy="33832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350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shell owns the route; each game only plugs 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every game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went through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33574" cy="118872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9849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/opsx-explore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9374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7974" y="1965960"/>
            <a:ext cx="2533574" cy="118872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2294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22294" y="233172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22294" y="2788920"/>
            <a:ext cx="19849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/opsx-propose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154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148" y="1965960"/>
            <a:ext cx="2533574" cy="118872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4468" y="233172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84468" y="2788920"/>
            <a:ext cx="19849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/opsx-apply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43721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72321" y="1965960"/>
            <a:ext cx="2533574" cy="118872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6641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46641" y="233172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46641" y="2788920"/>
            <a:ext cx="19849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/opsx-archive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474720"/>
            <a:ext cx="5120640" cy="269748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tasks.md · done / planned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06908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406908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4325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68880" y="4416552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4416552"/>
            <a:ext cx="2200275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325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4672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collaborative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764024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4764024"/>
            <a:ext cx="2286000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5111496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8880" y="5111496"/>
            <a:ext cx="2417885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5020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25/26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" y="5367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×3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68880" y="5458968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68880" y="5458968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5367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32/32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0120" y="5715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focus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68880" y="580644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68880" y="580644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5715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17/17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3474720"/>
            <a:ext cx="5440680" cy="269748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52" name="Image 0" descr="/private/tmp/bw-deck/fit/doc-tasks-2.09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3566160"/>
            <a:ext cx="5257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with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749040" cy="42062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private/tmp/bw-deck/fit/doc-tree-0.88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56616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2057400"/>
            <a:ext cx="6613855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258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OpenSpec agent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0" y="2331720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.github/agents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2880360"/>
            <a:ext cx="6613855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081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reusable skills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0" y="3154680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.github/skills · prompts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3703320"/>
            <a:ext cx="6613855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3904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 per stage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29600" y="3977640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 → build → 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92040" y="4526280"/>
            <a:ext cx="6613855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4727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rules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29600" y="4800600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copilot-instructions.md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92040" y="5349240"/>
            <a:ext cx="6613855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5550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on every PR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229600" y="5623560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typecheck · test · build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tokens,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</a:t>
            </a:r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answers.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749040" cy="37490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private/tmp/bw-deck/fit/graph-1.0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56616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852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graphify-out · 670 nodes · 1,413 edges · 34 clusters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834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RTK · compact command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83480" y="2148840"/>
            <a:ext cx="2514600" cy="1778267"/>
          </a:xfrm>
          <a:prstGeom prst="roundRect">
            <a:avLst>
              <a:gd name="adj" fmla="val 1028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private/tmp/bw-deck/img/t-ra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240280"/>
            <a:ext cx="2331720" cy="15953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772400" y="2651760"/>
            <a:ext cx="1828800" cy="773029"/>
          </a:xfrm>
          <a:prstGeom prst="roundRect">
            <a:avLst>
              <a:gd name="adj" fmla="val 23658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private/tmp/bw-deck/img/t-rt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43200"/>
            <a:ext cx="1645920" cy="5901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29800" y="2148840"/>
            <a:ext cx="1676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−98%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9829800" y="2880360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rtk ls src · 2,460 → 40 tok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829800" y="3154680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log −52%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829800" y="3401568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test −15%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834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Graphify · ask the graph, read less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83480" y="4389120"/>
            <a:ext cx="3792703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/private/tmp/bw-deck/img/t-gf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480560"/>
            <a:ext cx="3609823" cy="1554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29800" y="4389120"/>
            <a:ext cx="1676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−96%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9829800" y="5120640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 1 node · 501 tok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829800" y="5394960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integrity/ · 14,367 tok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" y="62179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 on this repo, tokens ≈ bytes ÷ 4  ·  graph rebuilt free with graphify update .  ·  query graph.json, never read it whole (≈202K tok)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 study · Growth Mindset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game,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</a:t>
            </a:r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specs.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2606040"/>
            <a:ext cx="0" cy="475488"/>
          </a:xfrm>
          <a:prstGeom prst="line">
            <a:avLst/>
          </a:prstGeom>
          <a:noFill/>
          <a:ln w="12700">
            <a:solidFill>
              <a:srgbClr val="A3A6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growth-mindset-mini-game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base game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164592" cy="164592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3291840"/>
            <a:ext cx="0" cy="475488"/>
          </a:xfrm>
          <a:prstGeom prst="line">
            <a:avLst/>
          </a:prstGeom>
          <a:noFill/>
          <a:ln w="12700">
            <a:solidFill>
              <a:srgbClr val="A3A6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progressive-difficulty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faster every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164592" cy="164592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19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failure-can-continue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FAIL no longer blocks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23774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/private/tmp/bw-deck/fit/growth-mindset-1.5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17720"/>
            <a:ext cx="2194560" cy="14630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246120" y="4526280"/>
            <a:ext cx="274320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290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 per arrow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2900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550 → 260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3520440" y="5303520"/>
            <a:ext cx="548640" cy="220717"/>
          </a:xfrm>
          <a:prstGeom prst="line">
            <a:avLst/>
          </a:prstGeom>
          <a:noFill/>
          <a:ln w="25400">
            <a:solidFill>
              <a:srgbClr val="5D2A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5524237"/>
            <a:ext cx="548640" cy="154502"/>
          </a:xfrm>
          <a:prstGeom prst="line">
            <a:avLst/>
          </a:prstGeom>
          <a:noFill/>
          <a:ln w="25400">
            <a:solidFill>
              <a:srgbClr val="5D2A1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17720" y="5678739"/>
            <a:ext cx="548640" cy="132430"/>
          </a:xfrm>
          <a:prstGeom prst="line">
            <a:avLst/>
          </a:prstGeom>
          <a:noFill/>
          <a:ln w="25400">
            <a:solidFill>
              <a:srgbClr val="5D2A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66360" y="5811170"/>
            <a:ext cx="548640" cy="132430"/>
          </a:xfrm>
          <a:prstGeom prst="line">
            <a:avLst/>
          </a:prstGeom>
          <a:noFill/>
          <a:ln w="25400">
            <a:solidFill>
              <a:srgbClr val="5D2A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79292" y="5262372"/>
            <a:ext cx="82296" cy="82296"/>
          </a:xfrm>
          <a:prstGeom prst="ellipse">
            <a:avLst/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27932" y="5483089"/>
            <a:ext cx="82296" cy="82296"/>
          </a:xfrm>
          <a:prstGeom prst="ellipse">
            <a:avLst/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6572" y="5637591"/>
            <a:ext cx="82296" cy="82296"/>
          </a:xfrm>
          <a:prstGeom prst="ellipse">
            <a:avLst/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25212" y="5770022"/>
            <a:ext cx="82296" cy="82296"/>
          </a:xfrm>
          <a:prstGeom prst="ellipse">
            <a:avLst/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73852" y="5902452"/>
            <a:ext cx="82296" cy="82296"/>
          </a:xfrm>
          <a:prstGeom prst="ellipse">
            <a:avLst/>
          </a:prstGeom>
          <a:solidFill>
            <a:srgbClr val="5D2A1A"/>
          </a:solidFill>
          <a:ln w="12700">
            <a:solidFill>
              <a:srgbClr val="5D2A1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9879" y="1188720"/>
            <a:ext cx="4925361" cy="1581912"/>
          </a:xfrm>
          <a:prstGeom prst="roundRect">
            <a:avLst>
              <a:gd name="adj" fmla="val 11561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1" descr="/private/tmp/bw-deck/img/gm-f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319" y="1280160"/>
            <a:ext cx="4742481" cy="1399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62940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3, live: FAIL, but you can continue.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583680" y="3337560"/>
            <a:ext cx="493776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36" name="Image 2" descr="/private/tmp/bw-deck/fit/leaderboard-1.79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29000"/>
            <a:ext cx="47548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Struggle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specs </a:t>
            </a:r>
            <a:pPr algn="l"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</a:t>
            </a:r>
            <a:pPr algn="l"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and when they </a:t>
            </a:r>
            <a:pPr algn="l"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72888" cy="4251960"/>
          </a:xfrm>
          <a:prstGeom prst="roundRect">
            <a:avLst>
              <a:gd name="adj" fmla="val 537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344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it paid off</a:t>
            </a:r>
            <a:endParaRPr lang="en-US" sz="1700" dirty="0"/>
          </a:p>
        </p:txBody>
      </p:sp>
      <p:pic>
        <p:nvPicPr>
          <p:cNvPr id="8" name="Image 0" descr="/private/tmp/bw-deck/img/confused-ha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2103120"/>
            <a:ext cx="1110264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4290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owners, one contract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4087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408736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become unit tests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5840" y="4745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474573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intent, not diffs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840" y="5404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5404104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stay in their folder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33008" y="1965960"/>
            <a:ext cx="5272888" cy="4251960"/>
          </a:xfrm>
          <a:prstGeom prst="roundRect">
            <a:avLst>
              <a:gd name="adj" fmla="val 537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53048" y="2194560"/>
            <a:ext cx="344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it slowed us</a:t>
            </a:r>
            <a:endParaRPr lang="en-US" sz="1700" dirty="0"/>
          </a:p>
        </p:txBody>
      </p:sp>
      <p:pic>
        <p:nvPicPr>
          <p:cNvPr id="19" name="Image 1" descr="/private/tmp/bw-deck/img/ang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2103120"/>
            <a:ext cx="1110264" cy="1188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53048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18808" y="34290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feel is not a spec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553048" y="4087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918808" y="408736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drift after decisions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553048" y="4745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18808" y="474573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Overhead on tiny tweaks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553048" y="5404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918808" y="5404104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 not archived yet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Struggle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6400800" cy="4754880"/>
          </a:xfrm>
          <a:prstGeom prst="roundRect">
            <a:avLst>
              <a:gd name="adj" fmla="val 4808"/>
            </a:avLst>
          </a:prstGeom>
          <a:solidFill>
            <a:srgbClr val="FBE1D1"/>
          </a:solidFill>
          <a:ln w="12700">
            <a:solidFill>
              <a:srgbClr val="FBE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2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moment it clicked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spc="-40" kern="0" dirty="0">
                <a:solidFill>
                  <a:srgbClr val="5D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spec said </a:t>
            </a:r>
            <a:pPr indent="0" marL="0">
              <a:lnSpc>
                <a:spcPct val="115000"/>
              </a:lnSpc>
              <a:buNone/>
            </a:pPr>
            <a:r>
              <a:rPr lang="en-US" sz="3000" i="1" spc="-40" kern="0" dirty="0">
                <a:solidFill>
                  <a:srgbClr val="5D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only.</a:t>
            </a:r>
            <a:pPr indent="0" marL="0">
              <a:lnSpc>
                <a:spcPct val="115000"/>
              </a:lnSpc>
              <a:buNone/>
            </a:pPr>
            <a:r>
              <a:rPr lang="en-US" sz="3000" spc="-40" kern="0" dirty="0">
                <a:solidFill>
                  <a:srgbClr val="5D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Players wanted to </a:t>
            </a:r>
            <a:pPr indent="0" marL="0">
              <a:lnSpc>
                <a:spcPct val="115000"/>
              </a:lnSpc>
              <a:buNone/>
            </a:pPr>
            <a:r>
              <a:rPr lang="en-US" sz="3000" i="1" spc="-40" kern="0" dirty="0">
                <a:solidFill>
                  <a:srgbClr val="5D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going.</a:t>
            </a:r>
            <a:pPr indent="0" marL="0">
              <a:lnSpc>
                <a:spcPct val="115000"/>
              </a:lnSpc>
              <a:buNone/>
            </a:pPr>
            <a:r>
              <a:rPr lang="en-US" sz="3000" spc="-40" kern="0" dirty="0">
                <a:solidFill>
                  <a:srgbClr val="5D2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One small proposal fixed it.”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2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growth-mindset-failure-can-continue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1188720"/>
            <a:ext cx="4114800" cy="1342796"/>
          </a:xfrm>
          <a:prstGeom prst="roundRect">
            <a:avLst>
              <a:gd name="adj" fmla="val 13619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private/tmp/bw-deck/img/gm-f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80160"/>
            <a:ext cx="3931920" cy="1159916"/>
          </a:xfrm>
          <a:prstGeom prst="rect">
            <a:avLst/>
          </a:prstGeom>
        </p:spPr>
      </p:pic>
      <p:pic>
        <p:nvPicPr>
          <p:cNvPr id="11" name="Image 1" descr="/private/tmp/bw-deck/img/worr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017520"/>
            <a:ext cx="1708099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72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pic>
        <p:nvPicPr>
          <p:cNvPr id="13" name="Image 2" descr="/private/tmp/bw-deck/img/worried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3017520"/>
            <a:ext cx="1708099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 the behaviour. Tune the feel by playing.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games, </a:t>
            </a:r>
            <a:pPr algn="l" indent="0" marL="0">
              <a:lnSpc>
                <a:spcPct val="105000"/>
              </a:lnSpc>
              <a:buNone/>
            </a:pPr>
            <a:r>
              <a:rPr lang="en-US" sz="44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</a:t>
            </a:r>
            <a:pPr algn="l" indent="0" marL="0">
              <a:lnSpc>
                <a:spcPct val="105000"/>
              </a:lnSpc>
              <a:buNone/>
            </a:pPr>
            <a:r>
              <a:rPr lang="en-US" sz="44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6766560" cy="37490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private/tmp/bw-deck/fit/cf-attack-1.84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658368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Focus · time ran out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914400"/>
            <a:ext cx="3776472" cy="2606040"/>
          </a:xfrm>
          <a:prstGeom prst="roundRect">
            <a:avLst>
              <a:gd name="adj" fmla="val 8772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pic>
        <p:nvPicPr>
          <p:cNvPr id="10" name="Image 1" descr="/private/tmp/bw-deck/img/confused-hap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143000"/>
            <a:ext cx="1152967" cy="1234440"/>
          </a:xfrm>
          <a:prstGeom prst="rect">
            <a:avLst/>
          </a:prstGeom>
        </p:spPr>
      </p:pic>
      <p:pic>
        <p:nvPicPr>
          <p:cNvPr id="11" name="Image 2" descr="/private/tmp/bw-deck/img/worried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143000"/>
            <a:ext cx="1152967" cy="1234440"/>
          </a:xfrm>
          <a:prstGeom prst="rect">
            <a:avLst/>
          </a:prstGeom>
        </p:spPr>
      </p:pic>
      <p:pic>
        <p:nvPicPr>
          <p:cNvPr id="12" name="Image 3" descr="/private/tmp/bw-deck/img/angry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1143000"/>
            <a:ext cx="1152967" cy="12344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customer cast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0010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Generated art · prompts kept in repo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8348203" y="3749040"/>
            <a:ext cx="2533426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/private/tmp/bw-deck/img/acc-en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643" y="3840480"/>
            <a:ext cx="2350546" cy="1737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18120" y="5806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Accountability · results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spc="-16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</a:t>
            </a:r>
            <a:pPr algn="l" indent="0" marL="0">
              <a:lnSpc>
                <a:spcPct val="105000"/>
              </a:lnSpc>
              <a:buNone/>
            </a:pPr>
            <a:r>
              <a:rPr lang="en-US" sz="6400" i="1" spc="-16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</a:t>
            </a:r>
            <a:pPr algn="l" indent="0" marL="0">
              <a:lnSpc>
                <a:spcPct val="105000"/>
              </a:lnSpc>
              <a:buNone/>
            </a:pPr>
            <a:r>
              <a:rPr lang="en-US" sz="6400" spc="-16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955280" y="1280160"/>
            <a:ext cx="1645920" cy="438912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280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38360" y="1280160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0" y="12801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2017715" cy="2505456"/>
          </a:xfrm>
          <a:prstGeom prst="roundRect">
            <a:avLst>
              <a:gd name="adj" fmla="val 906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private/tmp/bw-deck/fit/p-home-0.79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1834835" cy="23225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5321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5257800"/>
            <a:ext cx="1560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name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703515" y="3703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86395" y="2560320"/>
            <a:ext cx="2017715" cy="2505456"/>
          </a:xfrm>
          <a:prstGeom prst="roundRect">
            <a:avLst>
              <a:gd name="adj" fmla="val 906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/private/tmp/bw-deck/fit/p-briefing-0.79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35" y="2651760"/>
            <a:ext cx="1834835" cy="23225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32115" y="5321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97875" y="5257800"/>
            <a:ext cx="1560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904110" y="3703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86990" y="2560320"/>
            <a:ext cx="2017715" cy="2505456"/>
          </a:xfrm>
          <a:prstGeom prst="roundRect">
            <a:avLst>
              <a:gd name="adj" fmla="val 906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/private/tmp/bw-deck/fit/p-integrity-0.79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430" y="2651760"/>
            <a:ext cx="1834835" cy="23225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32710" y="5321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98470" y="5257800"/>
            <a:ext cx="1560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104705" y="3703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287585" y="2560320"/>
            <a:ext cx="2017715" cy="2505456"/>
          </a:xfrm>
          <a:prstGeom prst="roundRect">
            <a:avLst>
              <a:gd name="adj" fmla="val 906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/private/tmp/bw-deck/fit/p-acc-end-0.790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025" y="2651760"/>
            <a:ext cx="1834835" cy="23225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33305" y="5321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699065" y="5257800"/>
            <a:ext cx="1560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05300" y="3703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488180" y="2560320"/>
            <a:ext cx="2017715" cy="2505456"/>
          </a:xfrm>
          <a:prstGeom prst="roundRect">
            <a:avLst>
              <a:gd name="adj" fmla="val 906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/private/tmp/bw-deck/fit/p-leaderboard-0.790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620" y="2651760"/>
            <a:ext cx="1834835" cy="23225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33900" y="5321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899660" y="5257800"/>
            <a:ext cx="1560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6858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ci &amp;&amp; npm run dev  ·  127.0.0.1:5173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Lessons learned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would </a:t>
            </a:r>
            <a:pPr algn="l"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pPr algn="l"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and </a:t>
            </a:r>
            <a:pPr algn="l"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</a:t>
            </a:r>
            <a:endParaRPr lang="en-US" sz="4000" dirty="0"/>
          </a:p>
        </p:txBody>
      </p:sp>
      <p:pic>
        <p:nvPicPr>
          <p:cNvPr id="6" name="Image 0" descr="/private/tmp/bw-deck/img/angry-ha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85800"/>
            <a:ext cx="982157" cy="1051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01168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697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the seams first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68698" y="201168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873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88738" y="2697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changes, often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051597" y="201168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1637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71637" y="2697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lines for agents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85800" y="411480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480060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Right-size the ceremony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368698" y="411480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8738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88738" y="480060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as you go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051597" y="4114800"/>
            <a:ext cx="3454298" cy="1874520"/>
          </a:xfrm>
          <a:prstGeom prst="roundRect">
            <a:avLst>
              <a:gd name="adj" fmla="val 1219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71637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71637" y="480060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decisions back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BRILiaN Way Arcade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848295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7709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6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1554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Questions, ideas, high scores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1460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8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down. </a:t>
            </a:r>
            <a:pPr algn="ctr" indent="0" marL="0">
              <a:lnSpc>
                <a:spcPct val="105000"/>
              </a:lnSpc>
              <a:buNone/>
            </a:pPr>
            <a:r>
              <a:rPr lang="en-US" sz="5800" i="1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</a:t>
            </a:r>
            <a:pPr algn="ctr" indent="0" marL="0">
              <a:lnSpc>
                <a:spcPct val="105000"/>
              </a:lnSpc>
              <a:buNone/>
            </a:pPr>
            <a:r>
              <a:rPr lang="en-US" sz="5800" spc="-80" kern="0" dirty="0">
                <a:solidFill>
                  <a:srgbClr val="171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build it.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221328" y="329184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1328" y="3291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a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41568" y="329184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1568" y="3291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9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the game</a:t>
            </a:r>
            <a:endParaRPr lang="en-US" sz="1300" dirty="0"/>
          </a:p>
        </p:txBody>
      </p:sp>
      <p:pic>
        <p:nvPicPr>
          <p:cNvPr id="11" name="Image 0" descr="/private/tmp/bw-deck/img/confused-ha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114800"/>
            <a:ext cx="1708099" cy="1828800"/>
          </a:xfrm>
          <a:prstGeom prst="rect">
            <a:avLst/>
          </a:prstGeom>
        </p:spPr>
      </p:pic>
      <p:pic>
        <p:nvPicPr>
          <p:cNvPr id="12" name="Image 1" descr="/private/tmp/bw-deck/img/worried-hap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4114800"/>
            <a:ext cx="1708099" cy="1828800"/>
          </a:xfrm>
          <a:prstGeom prst="rect">
            <a:avLst/>
          </a:prstGeom>
        </p:spPr>
      </p:pic>
      <p:pic>
        <p:nvPicPr>
          <p:cNvPr id="13" name="Image 2" descr="/private/tmp/bw-deck/img/angry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4114800"/>
            <a:ext cx="1708099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BRILiaN Way Arcade Journey — Spec-Driven Development with GitHub Copilot</dc:title>
  <dc:subject>PptxGenJS Presentation</dc:subject>
  <dc:creator>BRILiaN Way Games Team</dc:creator>
  <cp:lastModifiedBy>BRILiaN Way Games Team</cp:lastModifiedBy>
  <cp:revision>1</cp:revision>
  <dcterms:created xsi:type="dcterms:W3CDTF">2026-10-25T14:39:49Z</dcterms:created>
  <dcterms:modified xsi:type="dcterms:W3CDTF">2026-10-25T14:39:49Z</dcterms:modified>
</cp:coreProperties>
</file>